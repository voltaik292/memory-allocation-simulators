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Source Sans Pro" panose="020B0503030403020204" pitchFamily="34" charset="0"/>
      <p:regular r:id="rId12"/>
      <p:bold r:id="rId13"/>
    </p:embeddedFont>
    <p:embeddedFont>
      <p:font typeface="Source Sans Pro Bold" panose="020B0703030403020204" pitchFamily="34" charset="0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45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716881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Contiguous Memory Allocation Simulator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3489603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presentation introduces a command-line interface (CLI) simulator.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4137422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 visualizes contiguous memory allocation strategies.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198" y="4785241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Supported methods include First-Fit, Best-Fit, and Worst-Fit.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198" y="5433060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Users can allocate, release, compact, and view memory status.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198" y="6099334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38383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18" y="6106954"/>
            <a:ext cx="379690" cy="3796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68478" y="6080879"/>
            <a:ext cx="1350645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by Voltaik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76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522821"/>
            <a:ext cx="10113288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Functionality &amp; Supported Commands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98" y="4486989"/>
            <a:ext cx="555308" cy="5553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96760" y="4618792"/>
            <a:ext cx="218444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RQ &lt;process&gt;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696760" y="5067538"/>
            <a:ext cx="2184440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Requests memory for a process.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8853" y="4486989"/>
            <a:ext cx="555308" cy="5553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91814" y="4618792"/>
            <a:ext cx="2184559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RL &lt;process&gt;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4991814" y="5067538"/>
            <a:ext cx="2184559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Releases memory for a process.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027" y="4486989"/>
            <a:ext cx="555308" cy="5553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6988" y="4618792"/>
            <a:ext cx="218444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8286988" y="5067538"/>
            <a:ext cx="2184440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Compacts memory, collapsing holes.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9082" y="4486989"/>
            <a:ext cx="555308" cy="5553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82043" y="4618792"/>
            <a:ext cx="2184559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11582043" y="5067538"/>
            <a:ext cx="2184559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Displays current memory status.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863798" y="5983962"/>
            <a:ext cx="12902803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simulator provides key commands for memory management.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863798" y="6567130"/>
            <a:ext cx="12902803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These functions cover allocation, deallocation, and system health checks.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863798" y="7150298"/>
            <a:ext cx="12902803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'X' command safely exits the application.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67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721" y="3255169"/>
            <a:ext cx="5670590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Internal Data Structures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21" y="4111943"/>
            <a:ext cx="4334947" cy="7895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10007" y="5098733"/>
            <a:ext cx="309729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Dictionary Representation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010007" y="5497473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Each memory block is a dictionary.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010007" y="5911929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Keys include 'start', 'size', 'end', and 'process'.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667" y="4111943"/>
            <a:ext cx="4334947" cy="7895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44954" y="5098733"/>
            <a:ext cx="224289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List Model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344954" y="5497473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list of dictionaries models memory segments.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344954" y="5911929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structure is highly adaptable.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614" y="4111943"/>
            <a:ext cx="4334947" cy="7895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9900" y="5098733"/>
            <a:ext cx="224289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Manipulation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9679900" y="5497473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 allows easy insertion, removal, and merging.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9679900" y="5911929"/>
            <a:ext cx="394037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Both allocated and free blocks are tracked.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812721" y="6627376"/>
            <a:ext cx="13004959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simulator uses a Python list of dictionaries.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812721" y="7145536"/>
            <a:ext cx="13004959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setup efficiently manages memory blocks.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3437" y="708184"/>
            <a:ext cx="5586770" cy="490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 Highlights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763437" y="1458039"/>
            <a:ext cx="388739" cy="38873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839995" y="1505129"/>
            <a:ext cx="23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24936" y="1517333"/>
            <a:ext cx="1963341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request_memory()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4936" y="1866305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Implements First-Fit, Best-Fit, Worst-Fit logic.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4936" y="2228969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Finds suitable memory based on strategy.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3437" y="2833568"/>
            <a:ext cx="388739" cy="38873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0" name="Text 7"/>
          <p:cNvSpPr/>
          <p:nvPr/>
        </p:nvSpPr>
        <p:spPr>
          <a:xfrm>
            <a:off x="839995" y="2880658"/>
            <a:ext cx="23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324936" y="2892862"/>
            <a:ext cx="1963341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release_memory()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4936" y="3241834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Frees process-occupied memory blocks.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24936" y="3604498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Merges newly created adjacent free holes.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63437" y="4209098"/>
            <a:ext cx="388739" cy="38873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995" y="4256187"/>
            <a:ext cx="23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324936" y="4268391"/>
            <a:ext cx="1963341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merge_blocks()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24936" y="4617363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Combines adjacent free memory blocks.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24936" y="4980027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Reduces external fragmentation effectively.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63437" y="5584627"/>
            <a:ext cx="388739" cy="388739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0" name="Text 17"/>
          <p:cNvSpPr/>
          <p:nvPr/>
        </p:nvSpPr>
        <p:spPr>
          <a:xfrm>
            <a:off x="839995" y="5631716"/>
            <a:ext cx="23550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1324936" y="5643920"/>
            <a:ext cx="4092297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compact_memory_and_collapse_holes()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324936" y="5992892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Rearranges allocated blocks to the front.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324936" y="6355556"/>
            <a:ext cx="685490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Consolidates all free space at the end.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63437" y="6808946"/>
            <a:ext cx="741640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Core functions manage memory allocation lifecycle.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63437" y="7262336"/>
            <a:ext cx="741640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Robust error handling ensures stable operations.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488" y="673775"/>
            <a:ext cx="4366260" cy="45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Big Test Case &amp; Output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57488" y="1365052"/>
            <a:ext cx="7429024" cy="5357336"/>
          </a:xfrm>
          <a:prstGeom prst="roundRect">
            <a:avLst>
              <a:gd name="adj" fmla="val 44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5108" y="1372672"/>
            <a:ext cx="7413784" cy="445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4295" y="1475780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Total Mem Size : 1000000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34997" y="1475780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5108" y="1817846"/>
            <a:ext cx="7413784" cy="445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4295" y="1920954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P1 200000 F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34997" y="1920954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RL P2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5108" y="2263021"/>
            <a:ext cx="7413784" cy="445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4295" y="2366129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P2 300000 B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34997" y="2366129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P4 250000 B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5108" y="2708196"/>
            <a:ext cx="7413784" cy="445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24295" y="2811304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P3 100000 W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734997" y="2811304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5108" y="3153370"/>
            <a:ext cx="7413784" cy="445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24295" y="3256478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734997" y="3256478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P5 100000 F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65108" y="3598545"/>
            <a:ext cx="7413784" cy="445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024295" y="3701653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RL P1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734997" y="3701653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P6 50000 W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5108" y="4043720"/>
            <a:ext cx="7413784" cy="445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024295" y="4146828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RL P3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734997" y="4146828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65108" y="4488894"/>
            <a:ext cx="7413784" cy="445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24295" y="4592003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734997" y="4592003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865108" y="4934069"/>
            <a:ext cx="7413784" cy="445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024295" y="5037177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734997" y="5037177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65108" y="5379244"/>
            <a:ext cx="7413784" cy="445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024295" y="5482352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734997" y="5482352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P7 700000 F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865108" y="5824418"/>
            <a:ext cx="7413784" cy="445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024295" y="5927527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P8 50000 B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734997" y="5927527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65108" y="6269593"/>
            <a:ext cx="7413784" cy="445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1024295" y="6372701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RQ P9 100000 W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4734997" y="6372701"/>
            <a:ext cx="3384709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X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857488" y="6901458"/>
            <a:ext cx="74290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comprehensive test case evaluates all simulator features.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857488" y="7319486"/>
            <a:ext cx="7429024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 covers various allocation, release, and compaction scenarios.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1533" y="653296"/>
            <a:ext cx="4839533" cy="50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This Test Verifies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831533" y="1426607"/>
            <a:ext cx="7480935" cy="983456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1009650" y="1604724"/>
            <a:ext cx="2204204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Allocation Strategies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09650" y="1964650"/>
            <a:ext cx="712470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Tests First-Fit, Best-Fit, and Worst-Fit.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31533" y="2588181"/>
            <a:ext cx="7480935" cy="1357551"/>
          </a:xfrm>
          <a:prstGeom prst="roundRect">
            <a:avLst>
              <a:gd name="adj" fmla="val 1969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1009650" y="2766298"/>
            <a:ext cx="202489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Hole Management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09650" y="3126224"/>
            <a:ext cx="712470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Verifies hole reuse post-release.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9650" y="3500318"/>
            <a:ext cx="712470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Ensures proper merging of adjacent holes.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1533" y="4123849"/>
            <a:ext cx="7480935" cy="983456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1009650" y="4301966"/>
            <a:ext cx="2226112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Memory Compaction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09650" y="4661892"/>
            <a:ext cx="712470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Confirms correct memory defragmentation.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1533" y="5285423"/>
            <a:ext cx="7480935" cy="1357551"/>
          </a:xfrm>
          <a:prstGeom prst="roundRect">
            <a:avLst>
              <a:gd name="adj" fmla="val 1969"/>
            </a:avLst>
          </a:prstGeom>
          <a:solidFill>
            <a:srgbClr val="303132"/>
          </a:solidFill>
          <a:ln/>
        </p:spPr>
      </p:sp>
      <p:sp>
        <p:nvSpPr>
          <p:cNvPr id="15" name="Text 12"/>
          <p:cNvSpPr/>
          <p:nvPr/>
        </p:nvSpPr>
        <p:spPr>
          <a:xfrm>
            <a:off x="1009650" y="5463540"/>
            <a:ext cx="202489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Error Handling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009650" y="5823466"/>
            <a:ext cx="712470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Checks for graceful handling of insufficient memory.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9650" y="6197560"/>
            <a:ext cx="712470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Validates accurate STAT reporting throughout.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1533" y="6843355"/>
            <a:ext cx="748093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extensive test case rigorously validates simulator logic.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1533" y="7311033"/>
            <a:ext cx="7480935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 ensures robustness under various memory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3558" y="663654"/>
            <a:ext cx="3560564" cy="44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Outputs (1)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58" y="1519833"/>
            <a:ext cx="5101471" cy="5869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3915" y="1484590"/>
            <a:ext cx="628054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first output shows initial memory allocations.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13915" y="1860590"/>
            <a:ext cx="628054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P1, P2, P3 are placed using different strategies.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513915" y="2236589"/>
            <a:ext cx="628054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STAT command confirms memory utilization.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513915" y="2612588"/>
            <a:ext cx="6280547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Notice how different strategies result in varying free space distributions.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201" y="666393"/>
            <a:ext cx="3579971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Outputs (2)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01" y="1527215"/>
            <a:ext cx="4371261" cy="5861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4987" y="1491734"/>
            <a:ext cx="627483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section demonstrates memory release and re-allocation.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07367" y="1869638"/>
            <a:ext cx="627483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P2 is released, creating a new hole.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514987" y="2247543"/>
            <a:ext cx="627483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P4 then requests memory, ideally reusing the freed space.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14987" y="2625447"/>
            <a:ext cx="627483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Observe the resulting memory map and hole consolidation.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476" y="596027"/>
            <a:ext cx="3197185" cy="399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Outputs (3)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76" y="1364813"/>
            <a:ext cx="3639979" cy="61105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4389" y="1333143"/>
            <a:ext cx="638615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final output illustrates compaction and subsequent allocations.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494389" y="1670804"/>
            <a:ext cx="638615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Compaction moves all used blocks together, merging holes.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94389" y="2008465"/>
            <a:ext cx="638615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creates a large contiguous free space.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494389" y="2346127"/>
            <a:ext cx="638615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New processes (P7, P8, P9) then utilize this consolidated area.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570</Words>
  <Application>Microsoft Office PowerPoint</Application>
  <PresentationFormat>Custom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Montserrat Bold</vt:lpstr>
      <vt:lpstr>Source Sans Pro Bold</vt:lpstr>
      <vt:lpstr>Source Sans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Abdulrahman Sawalmeh</cp:lastModifiedBy>
  <cp:revision>2</cp:revision>
  <dcterms:created xsi:type="dcterms:W3CDTF">2025-06-15T21:00:24Z</dcterms:created>
  <dcterms:modified xsi:type="dcterms:W3CDTF">2025-06-15T21:06:00Z</dcterms:modified>
</cp:coreProperties>
</file>